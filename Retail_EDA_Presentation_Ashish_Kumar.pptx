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20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6400800" cy="6400800"/>
          </a:xfrm>
          <a:prstGeom prst="ellipse">
            <a:avLst/>
          </a:prstGeom>
          <a:ln w="31750">
            <a:solidFill>
              <a:srgbClr val="324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097280"/>
            <a:ext cx="4572000" cy="4572000"/>
          </a:xfrm>
          <a:prstGeom prst="ellipse">
            <a:avLst/>
          </a:prstGeom>
          <a:ln w="25400">
            <a:solidFill>
              <a:srgbClr val="3240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389120"/>
            <a:ext cx="4114800" cy="4114800"/>
          </a:xfrm>
          <a:prstGeom prst="ellipse">
            <a:avLst/>
          </a:prstGeom>
          <a:ln w="25400">
            <a:solidFill>
              <a:srgbClr val="3240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Transactions Dataset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Bivariate · Multivariate Analysis on 100,000 Orders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251960"/>
            <a:ext cx="128016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pandas · numpy · matplotlib · seaborn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6172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8196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093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structure, and data quality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4780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7523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statistics and categorical frequencies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1363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410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IQR method, and Z-score method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7947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Numerical-numerical and numerical-categorical relationships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18196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93992" y="2093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numerical variables move together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532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24780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27523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interactions across key variables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191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31363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793992" y="3410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takeaways and conclusion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RETAIL DATASET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842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249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9842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7249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9842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7249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5844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3251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474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35844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43251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584448"/>
            <a:ext cx="3246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325112"/>
            <a:ext cx="3246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74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single order line: who bought it (customer demographics), what was bought (product category, subcategory, price), and how it was fulfilled (payment, shipping, delivery time, and return outcome).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RETAIL DATASET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blurRad="1524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880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are fully complete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828800"/>
          <a:ext cx="7086600" cy="3840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customer_id, age, gender, city, state,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(customer_id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order_date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subcategory, price, quantity, discount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payment_method, shipping_type, delivery_days, return_status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26280" y="589788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100,000 rows, only a single customer_id is missing — no columns required imputation or row removal.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RETAIL DATASET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UNIVARIATE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Variables — Summary Statistics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55680" cy="2834643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30,164.53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30,148.00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17,139.68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64,165.72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49,752.39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49,969.28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239,980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table:  </a:t>
            </a: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the only variable with meaningful skew (0.93, right-skewed) and positive kurtosis (0.17) — a small number of large-value orders pull the distribution's tail out. Every other numerical variable is close to symmetric with flat (platykurtic) tails.</a:t>
            </a:r>
            <a:endParaRPr lang="en-US" sz="1300" dirty="0"/>
          </a:p>
        </p:txBody>
      </p:sp>
      <p:sp>
        <p:nvSpPr>
          <p:cNvPr id="4" name="Text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UNIVARIATE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Distributions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60520" y="2090489"/>
            <a:ext cx="7498080" cy="3865743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27649"/>
            <a:ext cx="7223760" cy="35914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product_price, quantity, and discount_percentage all look close to uniform across their range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right-skewed — most orders cluster low, with a long tail of high-value baskets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 spreads fairly evenly from 1 to 10 days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UNIVARIATE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Frequencies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23922" y="1737360"/>
            <a:ext cx="6308436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082" y="1874520"/>
            <a:ext cx="6034116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16.9% of orders — top category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segment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 of customers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114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of payments — most used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83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of orders keep their items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OUTLIER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Outliers with Boxplots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32804" y="1783080"/>
            <a:ext cx="809591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964" y="1920240"/>
            <a:ext cx="7821592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not removed — they may represent genuine high-value or bulk transactions rather than data errors.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OUTLIER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&amp; Z-Score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84248"/>
            <a:ext cx="31089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8298"/>
            <a:ext cx="310896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outliers via IQR method (1.5×IQR rule)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0" y="18745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84248"/>
            <a:ext cx="310896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838298"/>
            <a:ext cx="310896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outliers via Z-score method (|z| &gt; 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187452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1984248"/>
            <a:ext cx="3429000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838298"/>
            <a:ext cx="3429000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 in age, price, quantity, discount, or delivery_days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6858000" cy="2468879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(IQR)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(Z-score)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680960" y="374904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the only variable with real outliers. High values line up with high quantity and premium-category purchases — genuine bulk or big-ticket orders, not data errors.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BIVARIATE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vs Numerical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1812" y="1737360"/>
            <a:ext cx="6304095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972" y="1874520"/>
            <a:ext cx="6029775" cy="42976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3566160" cy="1737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product_price vs final_price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vs final_price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vs final_price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 vs return_status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8862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and quantity both drive final_price strongly and positively. age and delivery_days show essentially no linear relationship with spending or returns.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BIVARIATE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vs Categorical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05436"/>
            <a:ext cx="11064240" cy="3601608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42596"/>
            <a:ext cx="10789920" cy="33272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₹64,430 avg order — highest-spending segment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return rate — highest of all categories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 days avg delivery vs 5.51 for Standard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CORRELATION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81835"/>
            <a:ext cx="5486400" cy="4374490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8995"/>
            <a:ext cx="5212080" cy="41001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correlates strongly with product_price (0.73) and quantity (0.58) — the two direct drivers of order value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 has a mild negative correlation with final_price (-0.14): heavier discounts trend with smaller final baskets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of independent features is highly correlated with another — no multicollinearity concerns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delivery_days, and return_status are essentially uncorrelated with everything else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MULTIVARIATE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× Discount × Final Price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1228" y="2331720"/>
            <a:ext cx="6409944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468880"/>
            <a:ext cx="6135624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₹73,074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971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at 0-10% discount — the single highest average final price of any category/discount combination.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4114800"/>
            <a:ext cx="39319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4343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holds across every category: average final price steps down consistently as the discount band rises from 0-10% to 21-30%.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MULTIVARIATE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× Age Group × Spending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5112" y="2331720"/>
            <a:ext cx="6302175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2" y="2468880"/>
            <a:ext cx="6027855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₹64,828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971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aged 30-45 spend the most of any segment/age combination.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4114800"/>
            <a:ext cx="39319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4343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differences across segments and age groups are modest overall (roughly ₹63.4K-₹64.8K) — segment and age group alone don't strongly separate basket size.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MULTIVARIATE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Days × Shipping Type × Returns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1812" y="2331720"/>
            <a:ext cx="620877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images/img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468880"/>
            <a:ext cx="5934456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14.5%–15.1%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971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range across every shipping type / delivery band combination — a narrow spread.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4114800"/>
            <a:ext cx="39319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43434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neither shipping type nor delivery time meaningfully moves the return rate — returns look driven by other factors, not fulfillment speed.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5623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(final_price) is right-skewed — a limited number of high-value orders pull the distribution's tail out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69464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"Health" is the highest-volume product category at 16.9% of all orders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8269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"New" customer segment is the largest at 33.5% of customers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9592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return rate is approximately 14.8% of orders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delivers marginally faster than Standard (5.50 vs 5.51 days)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42239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and quantity are the strongest drivers of final_price; discounting trends with smaller baskets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68880" y="-2468880"/>
            <a:ext cx="5943600" cy="5943600"/>
          </a:xfrm>
          <a:prstGeom prst="ellipse">
            <a:avLst/>
          </a:prstGeom>
          <a:ln w="31750">
            <a:solidFill>
              <a:srgbClr val="324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657600"/>
            <a:ext cx="5486400" cy="5486400"/>
          </a:xfrm>
          <a:prstGeom prst="ellipse">
            <a:avLst/>
          </a:prstGeom>
          <a:ln w="25400">
            <a:solidFill>
              <a:srgbClr val="3240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41848" y="3794760"/>
            <a:ext cx="91440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Retail Transactions </a:t>
            </a:r>
            <a:r>
              <a:rPr lang="en-US" sz="14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</a:p>
          <a:p>
            <a:pPr marL="0" indent="0" algn="ctr">
              <a:buNone/>
            </a:pPr>
            <a:r>
              <a:rPr lang="en-US" sz="14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Ashish Kumar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1091</Words>
  <Application>Microsoft Office PowerPoint</Application>
  <PresentationFormat>Widescreen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2026-09-23T09:25:32Z</dcterms:created>
  <dcterms:modified xsi:type="dcterms:W3CDTF">2026-09-23T09:29:35Z</dcterms:modified>
</cp:coreProperties>
</file>